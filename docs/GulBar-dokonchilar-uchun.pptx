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irish" id="{3049c687-af50-e280-4ecc-a7f5e7013f60}">
          <p14:sldIdLst>
            <p14:sldId id="256"/>
            <p14:sldId id="257"/>
          </p14:sldIdLst>
        </p14:section>
        <p14:section name="Boshlash" id="{593e8cc4-4caa-6123-b433-cb4a9f9504a1}">
          <p14:sldIdLst>
            <p14:sldId id="258"/>
            <p14:sldId id="259"/>
            <p14:sldId id="260"/>
            <p14:sldId id="261"/>
          </p14:sldIdLst>
        </p14:section>
        <p14:section name="Kundalik ish" id="{2bf77617-f1e6-9101-cc75-a1c8f47540d8}">
          <p14:sldIdLst>
            <p14:sldId id="262"/>
            <p14:sldId id="263"/>
            <p14:sldId id="264"/>
            <p14:sldId id="265"/>
            <p14:sldId id="266"/>
          </p14:sldIdLst>
        </p14:section>
        <p14:section name="Yakun" id="{ca962803-a690-25ab-b18d-fd80218fac6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Salom! Bu qisqa taqdimotda GulBar bilan qanday ishlashni ko‘rsataman: buyurtma qanday keladi, gulni qanday qo‘shasiz va buyurtmani qanday qabul qilasiz. Hammasi telefonda bajariladi.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GulBar — Urganchdagi gul do‘konlari uchun ilova. Xaridor Telegram ichida ochadi. Narx ham, yetkazish haqi ham oldindan ko‘rinadi, shuning uchun xaridor kam so‘raydi, buyurtma tez keladi.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Jarayon to‘rt qadam. Eng muhimi — ikkinchi va uchinchi qadam: xabar sizning Telegramingizga keladi va siz bir tugma bilan javob berasiz.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 narsa: Telegram ID, login-parol va gullaringiz rasmi. Login va parolni administrator beradi, ID ni esa o‘zingiz botdan olasiz.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Telefoningizdan Telegramni oching, @GulBarr_bot ni toping, Start bosing va /id deb yozing. Bot sizga raqam yuboradi — shu raqamni administratorga bering. Bu raqam orqali buyurtmalar aynan sizga keladi.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telefonning oddiy brauzerida ochiladi. Birinchi kirishda ilova parolni almashtirishni so‘raydi — o‘zingizning kuchli parolingizni qo‘ying va hech kimga bermang.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Gul qo‘shish ikki daqiqa. «Gul qo‘shish» tugmasini bosing, rasm tanlang, nom va narxni yozing. «Kimga mos?» belgisi xaridorga kerakli guldastani tezroq topishga yordam beradi.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kuni qoldiqni yangilab turing: gul tugasa «−» ni bosing yoki yashiring. Shunda xaridor sizda yo‘q gulga buyurtma bermaydi.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Yangi buyurtma shunday xabar bo‘lib keladi. Tarkibni tekshiring, gul bor bo‘lsa «Qabul qilish» ni bosing. Agar iloji bo‘lmasa — «Bekor qilish» va xaridorga qo‘ng‘iroq qiling.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Buyurtma to‘rt holatdan o‘tadi. Telegramdagi tugma har bosqichda keyingisiga almashadi: avval «Qabul qilish», keyin «Yo‘lda», keyin «Yetkazildi». Bekor qilsangiz gullar qoldiqqa o‘zi qaytadi.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Yaxshi rasm — eng katta farq. Qolgan maslahatlar oddiy: narx aniq, qoldiq yangi, javob tez.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Xulosa: bugun to‘rt qadam. Telegram ID ni olamiz, panelga kiramiz, bir nechta gul qo‘shamiz va do‘konni ochamiz. Shundan keyin buyurtmalar Telegramingizga keladi.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594360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60520"/>
            <a:ext cx="5486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jpg"/><Relationship Id="rId7" Type="http://schemas.openxmlformats.org/officeDocument/2006/relationships/image" Target="../media/image-11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label"/>
          <p:cNvSpPr txBox="1"/>
          <p:nvPr/>
        </p:nvSpPr>
        <p:spPr>
          <a:xfrm>
            <a:off x="731520" y="731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GULBAR · DO‘KON EGALARI UCHUN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73736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Do‘koningiz endi Telegramda ham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1605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Buyurtmalar to‘g‘ridan-to‘g‘ri Telegramingizga keladi. Siz qabul qilasiz, gulni yetkazasiz.</a:t>
            </a:r>
            <a:endParaRPr lang="en-US" sz="2200" dirty="0"/>
          </a:p>
        </p:txBody>
      </p:sp>
      <p:sp>
        <p:nvSpPr>
          <p:cNvPr id="5" name="Cover footer"/>
          <p:cNvSpPr txBox="1"/>
          <p:nvPr/>
        </p:nvSpPr>
        <p:spPr>
          <a:xfrm>
            <a:off x="73152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Urganch · gul do‘konlari uchun</a:t>
            </a:r>
            <a:endParaRPr lang="en-US" sz="1400" dirty="0"/>
          </a:p>
        </p:txBody>
      </p:sp>
      <p:sp>
        <p:nvSpPr>
          <p:cNvPr id="6" name="Cover photo large ring"/>
          <p:cNvSpPr/>
          <p:nvPr/>
        </p:nvSpPr>
        <p:spPr>
          <a:xfrm>
            <a:off x="7690104" y="2157984"/>
            <a:ext cx="3822192" cy="382219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Cover photo large" descr="Guldasta sura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40280"/>
            <a:ext cx="3657600" cy="3657600"/>
          </a:xfrm>
          <a:prstGeom prst="ellipse">
            <a:avLst/>
          </a:prstGeom>
        </p:spPr>
      </p:pic>
      <p:sp>
        <p:nvSpPr>
          <p:cNvPr id="8" name="Cover photo top ring"/>
          <p:cNvSpPr/>
          <p:nvPr/>
        </p:nvSpPr>
        <p:spPr>
          <a:xfrm>
            <a:off x="9473184" y="420624"/>
            <a:ext cx="2359152" cy="235915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9" name="Cover photo top" descr="Guldasta surat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502920"/>
            <a:ext cx="2194560" cy="2194560"/>
          </a:xfrm>
          <a:prstGeom prst="ellipse">
            <a:avLst/>
          </a:prstGeom>
        </p:spPr>
      </p:pic>
      <p:sp>
        <p:nvSpPr>
          <p:cNvPr id="10" name="Cover photo left ring"/>
          <p:cNvSpPr/>
          <p:nvPr/>
        </p:nvSpPr>
        <p:spPr>
          <a:xfrm>
            <a:off x="6729984" y="786384"/>
            <a:ext cx="1901952" cy="190195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Cover photo left" descr="Guldasta surat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868680"/>
            <a:ext cx="1737360" cy="1737360"/>
          </a:xfrm>
          <a:prstGeom prst="ellipse">
            <a:avLst/>
          </a:prstGeom>
        </p:spPr>
      </p:pic>
      <p:sp>
        <p:nvSpPr>
          <p:cNvPr id="12" name="Cover badge"/>
          <p:cNvSpPr/>
          <p:nvPr/>
        </p:nvSpPr>
        <p:spPr>
          <a:xfrm>
            <a:off x="7315200" y="4983480"/>
            <a:ext cx="1143000" cy="1143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Cover badge icon" descr="Telegra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5276088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GulBar — Urganch gullari bir joyda</a:t>
            </a:r>
            <a:endParaRPr lang="en-US" sz="3600" dirty="0"/>
          </a:p>
        </p:txBody>
      </p:sp>
      <p:sp>
        <p:nvSpPr>
          <p:cNvPr id="3" name="Statement"/>
          <p:cNvSpPr txBox="1"/>
          <p:nvPr/>
        </p:nvSpPr>
        <p:spPr>
          <a:xfrm>
            <a:off x="640080" y="1600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guldastani rasmda ko‘radi, narxini bilib oladi va buyurtma beradi.</a:t>
            </a:r>
            <a:endParaRPr lang="en-US" sz="2400" dirty="0"/>
          </a:p>
        </p:txBody>
      </p:sp>
      <p:sp>
        <p:nvSpPr>
          <p:cNvPr id="4" name="Statement sub"/>
          <p:cNvSpPr txBox="1"/>
          <p:nvPr/>
        </p:nvSpPr>
        <p:spPr>
          <a:xfrm>
            <a:off x="640080" y="3154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Sizdan faqat gulni tayyorlab, yetkazish qoladi.</a:t>
            </a:r>
            <a:endParaRPr lang="en-US" sz="1800" dirty="0"/>
          </a:p>
        </p:txBody>
      </p:sp>
      <p:sp>
        <p:nvSpPr>
          <p:cNvPr id="5" name="Photo A ring"/>
          <p:cNvSpPr/>
          <p:nvPr/>
        </p:nvSpPr>
        <p:spPr>
          <a:xfrm>
            <a:off x="1014984" y="3712464"/>
            <a:ext cx="2542032" cy="254203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Photo A" descr="Guldasta sura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794760"/>
            <a:ext cx="2377440" cy="2377440"/>
          </a:xfrm>
          <a:prstGeom prst="ellipse">
            <a:avLst/>
          </a:prstGeom>
        </p:spPr>
      </p:pic>
      <p:sp>
        <p:nvSpPr>
          <p:cNvPr id="7" name="Photo B ring"/>
          <p:cNvSpPr/>
          <p:nvPr/>
        </p:nvSpPr>
        <p:spPr>
          <a:xfrm>
            <a:off x="2980944" y="4398264"/>
            <a:ext cx="1901952" cy="190195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8" name="Photo B" descr="Guldasta surat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4480560"/>
            <a:ext cx="1737360" cy="1737360"/>
          </a:xfrm>
          <a:prstGeom prst="ellipse">
            <a:avLst/>
          </a:prstGeom>
        </p:spPr>
      </p:pic>
      <p:sp>
        <p:nvSpPr>
          <p:cNvPr id="9" name="Row 1 icon bg"/>
          <p:cNvSpPr/>
          <p:nvPr/>
        </p:nvSpPr>
        <p:spPr>
          <a:xfrm>
            <a:off x="594360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Row 1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165" y="1867205"/>
            <a:ext cx="380390" cy="380390"/>
          </a:xfrm>
          <a:prstGeom prst="rect">
            <a:avLst/>
          </a:prstGeom>
        </p:spPr>
      </p:pic>
      <p:sp>
        <p:nvSpPr>
          <p:cNvPr id="11" name="Row 1 head"/>
          <p:cNvSpPr txBox="1"/>
          <p:nvPr/>
        </p:nvSpPr>
        <p:spPr>
          <a:xfrm>
            <a:off x="6949440" y="16733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Rasmda tanlaydi</a:t>
            </a:r>
            <a:endParaRPr lang="en-US" sz="2200" dirty="0"/>
          </a:p>
        </p:txBody>
      </p:sp>
      <p:sp>
        <p:nvSpPr>
          <p:cNvPr id="12" name="Row 1 desc"/>
          <p:cNvSpPr txBox="1"/>
          <p:nvPr/>
        </p:nvSpPr>
        <p:spPr>
          <a:xfrm>
            <a:off x="6949440" y="20756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guldastalaringizni rasmda ko‘rib, yoqqanini tanlaydi.</a:t>
            </a:r>
            <a:endParaRPr lang="en-US" sz="1800" dirty="0"/>
          </a:p>
        </p:txBody>
      </p:sp>
      <p:sp>
        <p:nvSpPr>
          <p:cNvPr id="13" name="Row 2 icon bg"/>
          <p:cNvSpPr/>
          <p:nvPr/>
        </p:nvSpPr>
        <p:spPr>
          <a:xfrm>
            <a:off x="5943600" y="3200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Row 2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165" y="3375965"/>
            <a:ext cx="380390" cy="380390"/>
          </a:xfrm>
          <a:prstGeom prst="rect">
            <a:avLst/>
          </a:prstGeom>
        </p:spPr>
      </p:pic>
      <p:sp>
        <p:nvSpPr>
          <p:cNvPr id="15" name="Row 2 head"/>
          <p:cNvSpPr txBox="1"/>
          <p:nvPr/>
        </p:nvSpPr>
        <p:spPr>
          <a:xfrm>
            <a:off x="6949440" y="31821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 oldindan ko‘rinadi</a:t>
            </a:r>
            <a:endParaRPr lang="en-US" sz="2200" dirty="0"/>
          </a:p>
        </p:txBody>
      </p:sp>
      <p:sp>
        <p:nvSpPr>
          <p:cNvPr id="16" name="Row 2 desc"/>
          <p:cNvSpPr txBox="1"/>
          <p:nvPr/>
        </p:nvSpPr>
        <p:spPr>
          <a:xfrm>
            <a:off x="6949440" y="35844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Guldasta narxi va yetkazish haqi buyurtmadan oldin aniq.</a:t>
            </a:r>
            <a:endParaRPr lang="en-US" sz="1800" dirty="0"/>
          </a:p>
        </p:txBody>
      </p:sp>
      <p:sp>
        <p:nvSpPr>
          <p:cNvPr id="17" name="Row 3 icon bg"/>
          <p:cNvSpPr/>
          <p:nvPr/>
        </p:nvSpPr>
        <p:spPr>
          <a:xfrm>
            <a:off x="5943600" y="47091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Row 3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165" y="4884725"/>
            <a:ext cx="380390" cy="380390"/>
          </a:xfrm>
          <a:prstGeom prst="rect">
            <a:avLst/>
          </a:prstGeom>
        </p:spPr>
      </p:pic>
      <p:sp>
        <p:nvSpPr>
          <p:cNvPr id="19" name="Row 3 head"/>
          <p:cNvSpPr txBox="1"/>
          <p:nvPr/>
        </p:nvSpPr>
        <p:spPr>
          <a:xfrm>
            <a:off x="6949440" y="46908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 Telegramga keladi</a:t>
            </a:r>
            <a:endParaRPr lang="en-US" sz="2200" dirty="0"/>
          </a:p>
        </p:txBody>
      </p:sp>
      <p:sp>
        <p:nvSpPr>
          <p:cNvPr id="20" name="Row 3 desc"/>
          <p:cNvSpPr txBox="1"/>
          <p:nvPr/>
        </p:nvSpPr>
        <p:spPr>
          <a:xfrm>
            <a:off x="6949440" y="50932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buyurtma botdan sizning Telegramingizga tushadi.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Buyurtma qanday keladi</a:t>
            </a:r>
            <a:endParaRPr lang="en-US" sz="3600" dirty="0"/>
          </a:p>
        </p:txBody>
      </p:sp>
      <p:sp>
        <p:nvSpPr>
          <p:cNvPr id="3" name="Step 1 card"/>
          <p:cNvSpPr/>
          <p:nvPr/>
        </p:nvSpPr>
        <p:spPr>
          <a:xfrm>
            <a:off x="640080" y="1737360"/>
            <a:ext cx="2606040" cy="374904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4" name="Step 1 circle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1 number"/>
          <p:cNvSpPr txBox="1"/>
          <p:nvPr/>
        </p:nvSpPr>
        <p:spPr>
          <a:xfrm>
            <a:off x="91440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tep 1 head"/>
          <p:cNvSpPr txBox="1"/>
          <p:nvPr/>
        </p:nvSpPr>
        <p:spPr>
          <a:xfrm>
            <a:off x="91440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tanlaydi</a:t>
            </a:r>
            <a:endParaRPr lang="en-US" sz="2400" dirty="0"/>
          </a:p>
        </p:txBody>
      </p:sp>
      <p:sp>
        <p:nvSpPr>
          <p:cNvPr id="7" name="Step 1 desc"/>
          <p:cNvSpPr txBox="1"/>
          <p:nvPr/>
        </p:nvSpPr>
        <p:spPr>
          <a:xfrm>
            <a:off x="914400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Guldasta, manzil va yetkazish vaqtini kiritib buyurtma beradi.</a:t>
            </a:r>
            <a:endParaRPr lang="en-US" sz="1900" dirty="0"/>
          </a:p>
        </p:txBody>
      </p:sp>
      <p:sp>
        <p:nvSpPr>
          <p:cNvPr id="8" name="Step 2 card"/>
          <p:cNvSpPr/>
          <p:nvPr/>
        </p:nvSpPr>
        <p:spPr>
          <a:xfrm>
            <a:off x="3401568" y="1737360"/>
            <a:ext cx="2606040" cy="374904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9" name="Step 2 circle"/>
          <p:cNvSpPr/>
          <p:nvPr/>
        </p:nvSpPr>
        <p:spPr>
          <a:xfrm>
            <a:off x="3675888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2 number"/>
          <p:cNvSpPr txBox="1"/>
          <p:nvPr/>
        </p:nvSpPr>
        <p:spPr>
          <a:xfrm>
            <a:off x="367588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tep 2 head"/>
          <p:cNvSpPr txBox="1"/>
          <p:nvPr/>
        </p:nvSpPr>
        <p:spPr>
          <a:xfrm>
            <a:off x="3675888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Xabar keladi</a:t>
            </a:r>
            <a:endParaRPr lang="en-US" sz="2400" dirty="0"/>
          </a:p>
        </p:txBody>
      </p:sp>
      <p:sp>
        <p:nvSpPr>
          <p:cNvPr id="12" name="Step 2 desc"/>
          <p:cNvSpPr txBox="1"/>
          <p:nvPr/>
        </p:nvSpPr>
        <p:spPr>
          <a:xfrm>
            <a:off x="3675888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Botdan Telegramingizga buyurtma va ikkita tugma tushadi.</a:t>
            </a:r>
            <a:endParaRPr lang="en-US" sz="1900" dirty="0"/>
          </a:p>
        </p:txBody>
      </p:sp>
      <p:sp>
        <p:nvSpPr>
          <p:cNvPr id="13" name="Step 3 card"/>
          <p:cNvSpPr/>
          <p:nvPr/>
        </p:nvSpPr>
        <p:spPr>
          <a:xfrm>
            <a:off x="6163056" y="1737360"/>
            <a:ext cx="2606040" cy="374904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4" name="Step 3 circle"/>
          <p:cNvSpPr/>
          <p:nvPr/>
        </p:nvSpPr>
        <p:spPr>
          <a:xfrm>
            <a:off x="6437376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 3 number"/>
          <p:cNvSpPr txBox="1"/>
          <p:nvPr/>
        </p:nvSpPr>
        <p:spPr>
          <a:xfrm>
            <a:off x="6437376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Step 3 head"/>
          <p:cNvSpPr txBox="1"/>
          <p:nvPr/>
        </p:nvSpPr>
        <p:spPr>
          <a:xfrm>
            <a:off x="6437376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javob berasiz</a:t>
            </a:r>
            <a:endParaRPr lang="en-US" sz="2400" dirty="0"/>
          </a:p>
        </p:txBody>
      </p:sp>
      <p:sp>
        <p:nvSpPr>
          <p:cNvPr id="17" name="Step 3 desc"/>
          <p:cNvSpPr txBox="1"/>
          <p:nvPr/>
        </p:nvSpPr>
        <p:spPr>
          <a:xfrm>
            <a:off x="6437376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«Qabul qilish» yoki «Bekor qilish» tugmasini bosasiz.</a:t>
            </a:r>
            <a:endParaRPr lang="en-US" sz="1900" dirty="0"/>
          </a:p>
        </p:txBody>
      </p:sp>
      <p:sp>
        <p:nvSpPr>
          <p:cNvPr id="18" name="Step 4 card"/>
          <p:cNvSpPr/>
          <p:nvPr/>
        </p:nvSpPr>
        <p:spPr>
          <a:xfrm>
            <a:off x="8924544" y="1737360"/>
            <a:ext cx="2606040" cy="374904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9" name="Step 4 circle"/>
          <p:cNvSpPr/>
          <p:nvPr/>
        </p:nvSpPr>
        <p:spPr>
          <a:xfrm>
            <a:off x="9198864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4 number"/>
          <p:cNvSpPr txBox="1"/>
          <p:nvPr/>
        </p:nvSpPr>
        <p:spPr>
          <a:xfrm>
            <a:off x="9198864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Step 4 head"/>
          <p:cNvSpPr txBox="1"/>
          <p:nvPr/>
        </p:nvSpPr>
        <p:spPr>
          <a:xfrm>
            <a:off x="9198864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Yetkazasiz</a:t>
            </a:r>
            <a:endParaRPr lang="en-US" sz="2400" dirty="0"/>
          </a:p>
        </p:txBody>
      </p:sp>
      <p:sp>
        <p:nvSpPr>
          <p:cNvPr id="22" name="Step 4 desc"/>
          <p:cNvSpPr txBox="1"/>
          <p:nvPr/>
        </p:nvSpPr>
        <p:spPr>
          <a:xfrm>
            <a:off x="9198864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Gulni yetkazasiz. To‘lovni gul yetkazilganda olasiz.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Boshlash uchun 3 ta narsa kerak</a:t>
            </a:r>
            <a:endParaRPr lang="en-US" sz="3600" dirty="0"/>
          </a:p>
        </p:txBody>
      </p:sp>
      <p:sp>
        <p:nvSpPr>
          <p:cNvPr id="3" name="Need 1 card"/>
          <p:cNvSpPr/>
          <p:nvPr/>
        </p:nvSpPr>
        <p:spPr>
          <a:xfrm>
            <a:off x="640080" y="1737360"/>
            <a:ext cx="3474720" cy="3931920"/>
          </a:xfrm>
          <a:prstGeom prst="roundRect">
            <a:avLst>
              <a:gd name="adj" fmla="val 4737"/>
            </a:avLst>
          </a:prstGeom>
          <a:solidFill>
            <a:schemeClr val="bg2"/>
          </a:solidFill>
          <a:ln/>
        </p:spPr>
      </p:sp>
      <p:sp>
        <p:nvSpPr>
          <p:cNvPr id="4" name="Need 1 icon bg"/>
          <p:cNvSpPr/>
          <p:nvPr/>
        </p:nvSpPr>
        <p:spPr>
          <a:xfrm>
            <a:off x="1005840" y="2103120"/>
            <a:ext cx="1051560" cy="1051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Need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377440"/>
            <a:ext cx="502920" cy="502920"/>
          </a:xfrm>
          <a:prstGeom prst="rect">
            <a:avLst/>
          </a:prstGeom>
        </p:spPr>
      </p:pic>
      <p:sp>
        <p:nvSpPr>
          <p:cNvPr id="6" name="Need 1 head"/>
          <p:cNvSpPr txBox="1"/>
          <p:nvPr/>
        </p:nvSpPr>
        <p:spPr>
          <a:xfrm>
            <a:off x="100584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ID</a:t>
            </a:r>
            <a:endParaRPr lang="en-US" sz="2400" dirty="0"/>
          </a:p>
        </p:txBody>
      </p:sp>
      <p:sp>
        <p:nvSpPr>
          <p:cNvPr id="7" name="Need 1 desc"/>
          <p:cNvSpPr txBox="1"/>
          <p:nvPr/>
        </p:nvSpPr>
        <p:spPr>
          <a:xfrm>
            <a:off x="1005840" y="3977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Botga yozasiz, ID raqamingiz chiqadi. Uni administratorga berasiz.</a:t>
            </a:r>
            <a:endParaRPr lang="en-US" sz="1900" dirty="0"/>
          </a:p>
        </p:txBody>
      </p:sp>
      <p:sp>
        <p:nvSpPr>
          <p:cNvPr id="8" name="Need 2 card"/>
          <p:cNvSpPr/>
          <p:nvPr/>
        </p:nvSpPr>
        <p:spPr>
          <a:xfrm>
            <a:off x="4343400" y="1737360"/>
            <a:ext cx="3474720" cy="3931920"/>
          </a:xfrm>
          <a:prstGeom prst="roundRect">
            <a:avLst>
              <a:gd name="adj" fmla="val 4737"/>
            </a:avLst>
          </a:prstGeom>
          <a:solidFill>
            <a:schemeClr val="bg2"/>
          </a:solidFill>
          <a:ln/>
        </p:spPr>
      </p:sp>
      <p:sp>
        <p:nvSpPr>
          <p:cNvPr id="9" name="Need 2 icon bg"/>
          <p:cNvSpPr/>
          <p:nvPr/>
        </p:nvSpPr>
        <p:spPr>
          <a:xfrm>
            <a:off x="4709160" y="2103120"/>
            <a:ext cx="1051560" cy="1051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Need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377440"/>
            <a:ext cx="502920" cy="502920"/>
          </a:xfrm>
          <a:prstGeom prst="rect">
            <a:avLst/>
          </a:prstGeom>
        </p:spPr>
      </p:pic>
      <p:sp>
        <p:nvSpPr>
          <p:cNvPr id="11" name="Need 2 head"/>
          <p:cNvSpPr txBox="1"/>
          <p:nvPr/>
        </p:nvSpPr>
        <p:spPr>
          <a:xfrm>
            <a:off x="470916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 parol</a:t>
            </a:r>
            <a:endParaRPr lang="en-US" sz="2400" dirty="0"/>
          </a:p>
        </p:txBody>
      </p:sp>
      <p:sp>
        <p:nvSpPr>
          <p:cNvPr id="12" name="Need 2 desc"/>
          <p:cNvSpPr txBox="1"/>
          <p:nvPr/>
        </p:nvSpPr>
        <p:spPr>
          <a:xfrm>
            <a:off x="4709160" y="3977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sizga do‘kon paneliga kirish ma’lumotlarini beradi.</a:t>
            </a:r>
            <a:endParaRPr lang="en-US" sz="1900" dirty="0"/>
          </a:p>
        </p:txBody>
      </p:sp>
      <p:sp>
        <p:nvSpPr>
          <p:cNvPr id="13" name="Need 3 card"/>
          <p:cNvSpPr/>
          <p:nvPr/>
        </p:nvSpPr>
        <p:spPr>
          <a:xfrm>
            <a:off x="8046720" y="1737360"/>
            <a:ext cx="3474720" cy="3931920"/>
          </a:xfrm>
          <a:prstGeom prst="roundRect">
            <a:avLst>
              <a:gd name="adj" fmla="val 4737"/>
            </a:avLst>
          </a:prstGeom>
          <a:solidFill>
            <a:schemeClr val="bg2"/>
          </a:solidFill>
          <a:ln/>
        </p:spPr>
      </p:sp>
      <p:sp>
        <p:nvSpPr>
          <p:cNvPr id="14" name="Need 3 icon bg"/>
          <p:cNvSpPr/>
          <p:nvPr/>
        </p:nvSpPr>
        <p:spPr>
          <a:xfrm>
            <a:off x="8412480" y="2103120"/>
            <a:ext cx="1051560" cy="1051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Need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377440"/>
            <a:ext cx="502920" cy="502920"/>
          </a:xfrm>
          <a:prstGeom prst="rect">
            <a:avLst/>
          </a:prstGeom>
        </p:spPr>
      </p:pic>
      <p:sp>
        <p:nvSpPr>
          <p:cNvPr id="16" name="Need 3 head"/>
          <p:cNvSpPr txBox="1"/>
          <p:nvPr/>
        </p:nvSpPr>
        <p:spPr>
          <a:xfrm>
            <a:off x="841248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Gullar rasmi va narxi</a:t>
            </a:r>
            <a:endParaRPr lang="en-US" sz="2400" dirty="0"/>
          </a:p>
        </p:txBody>
      </p:sp>
      <p:sp>
        <p:nvSpPr>
          <p:cNvPr id="17" name="Need 3 desc"/>
          <p:cNvSpPr txBox="1"/>
          <p:nvPr/>
        </p:nvSpPr>
        <p:spPr>
          <a:xfrm>
            <a:off x="8412480" y="3977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Telefoningizda 3–5 ta guldastaning rasmi va aniq narxi.</a:t>
            </a:r>
            <a:endParaRPr lang="en-US" sz="1900" dirty="0"/>
          </a:p>
        </p:txBody>
      </p:sp>
      <p:sp>
        <p:nvSpPr>
          <p:cNvPr id="18" name="Need footer"/>
          <p:cNvSpPr txBox="1"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Buni faqat bir marta qilasiz — keyin buyurtmalar o‘zi keladi.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ID ni qanday olasiz</a:t>
            </a:r>
            <a:endParaRPr lang="en-US" sz="3600" dirty="0"/>
          </a:p>
        </p:txBody>
      </p:sp>
      <p:sp>
        <p:nvSpPr>
          <p:cNvPr id="3" name="ID step 1 circle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ID step 1 number"/>
          <p:cNvSpPr txBox="1"/>
          <p:nvPr/>
        </p:nvSpPr>
        <p:spPr>
          <a:xfrm>
            <a:off x="6400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ID step 1 text"/>
          <p:cNvSpPr txBox="1"/>
          <p:nvPr/>
        </p:nvSpPr>
        <p:spPr>
          <a:xfrm>
            <a:off x="1554480" y="1691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Telegramda @GulBarr_bot ni oching</a:t>
            </a:r>
            <a:endParaRPr lang="en-US" sz="2100" dirty="0"/>
          </a:p>
        </p:txBody>
      </p:sp>
      <p:sp>
        <p:nvSpPr>
          <p:cNvPr id="6" name="ID step 2 circle"/>
          <p:cNvSpPr/>
          <p:nvPr/>
        </p:nvSpPr>
        <p:spPr>
          <a:xfrm>
            <a:off x="640080" y="2880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ID step 2 number"/>
          <p:cNvSpPr txBox="1"/>
          <p:nvPr/>
        </p:nvSpPr>
        <p:spPr>
          <a:xfrm>
            <a:off x="64008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" dirty="0"/>
          </a:p>
        </p:txBody>
      </p:sp>
      <p:sp>
        <p:nvSpPr>
          <p:cNvPr id="8" name="ID step 2 text"/>
          <p:cNvSpPr txBox="1"/>
          <p:nvPr/>
        </p:nvSpPr>
        <p:spPr>
          <a:xfrm>
            <a:off x="1554480" y="28803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«Start» tugmasini bosing</a:t>
            </a:r>
            <a:endParaRPr lang="en-US" sz="2100" dirty="0"/>
          </a:p>
        </p:txBody>
      </p:sp>
      <p:sp>
        <p:nvSpPr>
          <p:cNvPr id="9" name="ID step 3 circle"/>
          <p:cNvSpPr/>
          <p:nvPr/>
        </p:nvSpPr>
        <p:spPr>
          <a:xfrm>
            <a:off x="640080" y="4069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ID step 3 number"/>
          <p:cNvSpPr txBox="1"/>
          <p:nvPr/>
        </p:nvSpPr>
        <p:spPr>
          <a:xfrm>
            <a:off x="640080" y="4069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" dirty="0"/>
          </a:p>
        </p:txBody>
      </p:sp>
      <p:sp>
        <p:nvSpPr>
          <p:cNvPr id="11" name="ID step 3 text"/>
          <p:cNvSpPr txBox="1"/>
          <p:nvPr/>
        </p:nvSpPr>
        <p:spPr>
          <a:xfrm>
            <a:off x="1554480" y="4069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/id deb yozing — bot raqamni yuboradi</a:t>
            </a:r>
            <a:endParaRPr lang="en-US" sz="2100" dirty="0"/>
          </a:p>
        </p:txBody>
      </p:sp>
      <p:sp>
        <p:nvSpPr>
          <p:cNvPr id="12" name="ID note bg"/>
          <p:cNvSpPr/>
          <p:nvPr/>
        </p:nvSpPr>
        <p:spPr>
          <a:xfrm>
            <a:off x="640080" y="5074920"/>
            <a:ext cx="5394960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/>
        </p:spPr>
      </p:sp>
      <p:sp>
        <p:nvSpPr>
          <p:cNvPr id="13" name="ID note"/>
          <p:cNvSpPr txBox="1"/>
          <p:nvPr/>
        </p:nvSpPr>
        <p:spPr>
          <a:xfrm>
            <a:off x="868680" y="5074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Raqamni GulBar administratoriga bering. Panel parolini hech kimga aytmang.</a:t>
            </a:r>
            <a:endParaRPr lang="en-US" sz="1600" dirty="0"/>
          </a:p>
        </p:txBody>
      </p:sp>
      <p:sp>
        <p:nvSpPr>
          <p:cNvPr id="14" name="Chat frame"/>
          <p:cNvSpPr/>
          <p:nvPr/>
        </p:nvSpPr>
        <p:spPr>
          <a:xfrm>
            <a:off x="6766560" y="1508760"/>
            <a:ext cx="4754880" cy="384048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Chat avatar"/>
          <p:cNvSpPr/>
          <p:nvPr/>
        </p:nvSpPr>
        <p:spPr>
          <a:xfrm>
            <a:off x="704088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Chat name"/>
          <p:cNvSpPr txBox="1"/>
          <p:nvPr/>
        </p:nvSpPr>
        <p:spPr>
          <a:xfrm>
            <a:off x="768096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GulBar bot</a:t>
            </a:r>
            <a:endParaRPr lang="en-US" sz="1700" dirty="0"/>
          </a:p>
        </p:txBody>
      </p:sp>
      <p:sp>
        <p:nvSpPr>
          <p:cNvPr id="17" name="User bubble"/>
          <p:cNvSpPr/>
          <p:nvPr/>
        </p:nvSpPr>
        <p:spPr>
          <a:xfrm>
            <a:off x="10332720" y="2606040"/>
            <a:ext cx="914400" cy="54864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/>
        </p:spPr>
      </p:sp>
      <p:sp>
        <p:nvSpPr>
          <p:cNvPr id="18" name="User text"/>
          <p:cNvSpPr txBox="1"/>
          <p:nvPr/>
        </p:nvSpPr>
        <p:spPr>
          <a:xfrm>
            <a:off x="1033272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/id</a:t>
            </a:r>
            <a:endParaRPr lang="en-US" sz="1700" dirty="0"/>
          </a:p>
        </p:txBody>
      </p:sp>
      <p:sp>
        <p:nvSpPr>
          <p:cNvPr id="19" name="Bot bubble"/>
          <p:cNvSpPr/>
          <p:nvPr/>
        </p:nvSpPr>
        <p:spPr>
          <a:xfrm>
            <a:off x="7040880" y="3383280"/>
            <a:ext cx="3840480" cy="1691640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/>
        </p:spPr>
      </p:sp>
      <p:sp>
        <p:nvSpPr>
          <p:cNvPr id="20" name="Bot text"/>
          <p:cNvSpPr txBox="1"/>
          <p:nvPr/>
        </p:nvSpPr>
        <p:spPr>
          <a:xfrm>
            <a:off x="7269480" y="354787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Sizning Telegram ID: 123456789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Do‘kon buyurtmalarini shu hisobga ulash uchun ushbu ID’ni GulBar administratoriga bering.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Do‘kon paneliga kirish</a:t>
            </a:r>
            <a:endParaRPr lang="en-US" sz="3600" dirty="0"/>
          </a:p>
        </p:txBody>
      </p:sp>
      <p:sp>
        <p:nvSpPr>
          <p:cNvPr id="3" name="Login 1 icon bg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Logi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1867205"/>
            <a:ext cx="380390" cy="380390"/>
          </a:xfrm>
          <a:prstGeom prst="rect">
            <a:avLst/>
          </a:prstGeom>
        </p:spPr>
      </p:pic>
      <p:sp>
        <p:nvSpPr>
          <p:cNvPr id="5" name="Login 1 head"/>
          <p:cNvSpPr txBox="1"/>
          <p:nvPr/>
        </p:nvSpPr>
        <p:spPr>
          <a:xfrm>
            <a:off x="1645920" y="167335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Havola</a:t>
            </a:r>
            <a:endParaRPr lang="en-US" sz="2200" dirty="0"/>
          </a:p>
        </p:txBody>
      </p:sp>
      <p:sp>
        <p:nvSpPr>
          <p:cNvPr id="6" name="Login 1 desc"/>
          <p:cNvSpPr txBox="1"/>
          <p:nvPr/>
        </p:nvSpPr>
        <p:spPr>
          <a:xfrm>
            <a:off x="1645920" y="207568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gulbar.bella-rose.workers.dev/merchant</a:t>
            </a:r>
            <a:endParaRPr lang="en-US" sz="1600" dirty="0"/>
          </a:p>
        </p:txBody>
      </p:sp>
      <p:sp>
        <p:nvSpPr>
          <p:cNvPr id="7" name="Login 2 icon bg"/>
          <p:cNvSpPr/>
          <p:nvPr/>
        </p:nvSpPr>
        <p:spPr>
          <a:xfrm>
            <a:off x="640080" y="3200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Logi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5" y="3375965"/>
            <a:ext cx="380390" cy="380390"/>
          </a:xfrm>
          <a:prstGeom prst="rect">
            <a:avLst/>
          </a:prstGeom>
        </p:spPr>
      </p:pic>
      <p:sp>
        <p:nvSpPr>
          <p:cNvPr id="9" name="Login 2 head"/>
          <p:cNvSpPr txBox="1"/>
          <p:nvPr/>
        </p:nvSpPr>
        <p:spPr>
          <a:xfrm>
            <a:off x="1645920" y="318211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 parol</a:t>
            </a:r>
            <a:endParaRPr lang="en-US" sz="2200" dirty="0"/>
          </a:p>
        </p:txBody>
      </p:sp>
      <p:sp>
        <p:nvSpPr>
          <p:cNvPr id="10" name="Login 2 desc"/>
          <p:cNvSpPr txBox="1"/>
          <p:nvPr/>
        </p:nvSpPr>
        <p:spPr>
          <a:xfrm>
            <a:off x="1645920" y="358444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sizga vaqtincha parol beradi.</a:t>
            </a:r>
            <a:endParaRPr lang="en-US" sz="1800" dirty="0"/>
          </a:p>
        </p:txBody>
      </p:sp>
      <p:sp>
        <p:nvSpPr>
          <p:cNvPr id="11" name="Login 3 icon bg"/>
          <p:cNvSpPr/>
          <p:nvPr/>
        </p:nvSpPr>
        <p:spPr>
          <a:xfrm>
            <a:off x="640080" y="47091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Logi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4884725"/>
            <a:ext cx="380390" cy="380390"/>
          </a:xfrm>
          <a:prstGeom prst="rect">
            <a:avLst/>
          </a:prstGeom>
        </p:spPr>
      </p:pic>
      <p:sp>
        <p:nvSpPr>
          <p:cNvPr id="13" name="Login 3 head"/>
          <p:cNvSpPr txBox="1"/>
          <p:nvPr/>
        </p:nvSpPr>
        <p:spPr>
          <a:xfrm>
            <a:off x="1645920" y="469087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kirishda</a:t>
            </a:r>
            <a:endParaRPr lang="en-US" sz="2200" dirty="0"/>
          </a:p>
        </p:txBody>
      </p:sp>
      <p:sp>
        <p:nvSpPr>
          <p:cNvPr id="14" name="Login 3 desc"/>
          <p:cNvSpPr txBox="1"/>
          <p:nvPr/>
        </p:nvSpPr>
        <p:spPr>
          <a:xfrm>
            <a:off x="1645920" y="509320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O‘zingizga yangi parol qo‘ying — kamida 12 belgi.</a:t>
            </a:r>
            <a:endParaRPr lang="en-US" sz="1800" dirty="0"/>
          </a:p>
        </p:txBody>
      </p:sp>
      <p:pic>
        <p:nvPicPr>
          <p:cNvPr id="15" name="Login screenshot" descr="Kirish oyn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554480"/>
            <a:ext cx="3608105" cy="420624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gul qo‘shish</a:t>
            </a:r>
            <a:endParaRPr lang="en-US" sz="3600" dirty="0"/>
          </a:p>
        </p:txBody>
      </p:sp>
      <p:sp>
        <p:nvSpPr>
          <p:cNvPr id="3" name="Add 1 icon bg"/>
          <p:cNvSpPr/>
          <p:nvPr/>
        </p:nvSpPr>
        <p:spPr>
          <a:xfrm>
            <a:off x="640080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Add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1730045"/>
            <a:ext cx="380390" cy="380390"/>
          </a:xfrm>
          <a:prstGeom prst="rect">
            <a:avLst/>
          </a:prstGeom>
        </p:spPr>
      </p:pic>
      <p:sp>
        <p:nvSpPr>
          <p:cNvPr id="5" name="Add 1 head"/>
          <p:cNvSpPr txBox="1"/>
          <p:nvPr/>
        </p:nvSpPr>
        <p:spPr>
          <a:xfrm>
            <a:off x="1645920" y="153619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</a:t>
            </a:r>
            <a:endParaRPr lang="en-US" sz="2200" dirty="0"/>
          </a:p>
        </p:txBody>
      </p:sp>
      <p:sp>
        <p:nvSpPr>
          <p:cNvPr id="6" name="Add 1 desc"/>
          <p:cNvSpPr txBox="1"/>
          <p:nvPr/>
        </p:nvSpPr>
        <p:spPr>
          <a:xfrm>
            <a:off x="1645920" y="193852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galereyasidan tanlaysiz. Ilova uni o‘zi kichraytiradi.</a:t>
            </a:r>
            <a:endParaRPr lang="en-US" sz="1800" dirty="0"/>
          </a:p>
        </p:txBody>
      </p:sp>
      <p:sp>
        <p:nvSpPr>
          <p:cNvPr id="7" name="Add 2 icon bg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Add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5" y="2918765"/>
            <a:ext cx="380390" cy="380390"/>
          </a:xfrm>
          <a:prstGeom prst="rect">
            <a:avLst/>
          </a:prstGeom>
        </p:spPr>
      </p:pic>
      <p:sp>
        <p:nvSpPr>
          <p:cNvPr id="9" name="Add 2 head"/>
          <p:cNvSpPr txBox="1"/>
          <p:nvPr/>
        </p:nvSpPr>
        <p:spPr>
          <a:xfrm>
            <a:off x="1645920" y="272491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va tavsif</a:t>
            </a:r>
            <a:endParaRPr lang="en-US" sz="2200" dirty="0"/>
          </a:p>
        </p:txBody>
      </p:sp>
      <p:sp>
        <p:nvSpPr>
          <p:cNvPr id="10" name="Add 2 desc"/>
          <p:cNvSpPr txBox="1"/>
          <p:nvPr/>
        </p:nvSpPr>
        <p:spPr>
          <a:xfrm>
            <a:off x="1645920" y="312724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Qisqa, chiroyli nom bering: «Oq Bulut», «Shom Shafaqi».</a:t>
            </a:r>
            <a:endParaRPr lang="en-US" sz="1800" dirty="0"/>
          </a:p>
        </p:txBody>
      </p:sp>
      <p:sp>
        <p:nvSpPr>
          <p:cNvPr id="11" name="Add 3 icon bg"/>
          <p:cNvSpPr/>
          <p:nvPr/>
        </p:nvSpPr>
        <p:spPr>
          <a:xfrm>
            <a:off x="640080" y="3931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dd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4107485"/>
            <a:ext cx="380390" cy="380390"/>
          </a:xfrm>
          <a:prstGeom prst="rect">
            <a:avLst/>
          </a:prstGeom>
        </p:spPr>
      </p:pic>
      <p:sp>
        <p:nvSpPr>
          <p:cNvPr id="13" name="Add 3 head"/>
          <p:cNvSpPr txBox="1"/>
          <p:nvPr/>
        </p:nvSpPr>
        <p:spPr>
          <a:xfrm>
            <a:off x="1645920" y="391363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 va qoldiq</a:t>
            </a:r>
            <a:endParaRPr lang="en-US" sz="2200" dirty="0"/>
          </a:p>
        </p:txBody>
      </p:sp>
      <p:sp>
        <p:nvSpPr>
          <p:cNvPr id="14" name="Add 3 desc"/>
          <p:cNvSpPr txBox="1"/>
          <p:nvPr/>
        </p:nvSpPr>
        <p:spPr>
          <a:xfrm>
            <a:off x="1645920" y="431596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Narxni so‘mda yozing va nechta borligini kiriting.</a:t>
            </a:r>
            <a:endParaRPr lang="en-US" sz="1800" dirty="0"/>
          </a:p>
        </p:txBody>
      </p:sp>
      <p:sp>
        <p:nvSpPr>
          <p:cNvPr id="15" name="Add 4 icon bg"/>
          <p:cNvSpPr/>
          <p:nvPr/>
        </p:nvSpPr>
        <p:spPr>
          <a:xfrm>
            <a:off x="640080" y="5120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Add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5" y="5296205"/>
            <a:ext cx="380390" cy="380390"/>
          </a:xfrm>
          <a:prstGeom prst="rect">
            <a:avLst/>
          </a:prstGeom>
        </p:spPr>
      </p:pic>
      <p:sp>
        <p:nvSpPr>
          <p:cNvPr id="17" name="Add 4 head"/>
          <p:cNvSpPr txBox="1"/>
          <p:nvPr/>
        </p:nvSpPr>
        <p:spPr>
          <a:xfrm>
            <a:off x="1645920" y="510235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«Kimga mos?»</a:t>
            </a:r>
            <a:endParaRPr lang="en-US" sz="2200" dirty="0"/>
          </a:p>
        </p:txBody>
      </p:sp>
      <p:sp>
        <p:nvSpPr>
          <p:cNvPr id="18" name="Add 4 desc"/>
          <p:cNvSpPr txBox="1"/>
          <p:nvPr/>
        </p:nvSpPr>
        <p:spPr>
          <a:xfrm>
            <a:off x="1645920" y="550468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Onaga, rafiqaga, qizga… Xaridor shu bo‘yicha qidiradi.</a:t>
            </a:r>
            <a:endParaRPr lang="en-US" sz="1800" dirty="0"/>
          </a:p>
        </p:txBody>
      </p:sp>
      <p:sp>
        <p:nvSpPr>
          <p:cNvPr id="19" name="Add flower phone frame"/>
          <p:cNvSpPr/>
          <p:nvPr/>
        </p:nvSpPr>
        <p:spPr>
          <a:xfrm>
            <a:off x="8732520" y="1417320"/>
            <a:ext cx="2743200" cy="493776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Add flower phone" descr="Do‘kon paneli ekrani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51392" y="1536192"/>
            <a:ext cx="2505456" cy="47000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Gullarni boshqarish</a:t>
            </a:r>
            <a:endParaRPr lang="en-US" sz="3600" dirty="0"/>
          </a:p>
        </p:txBody>
      </p:sp>
      <p:sp>
        <p:nvSpPr>
          <p:cNvPr id="3" name="Manage phone frame"/>
          <p:cNvSpPr/>
          <p:nvPr/>
        </p:nvSpPr>
        <p:spPr>
          <a:xfrm>
            <a:off x="640080" y="1417320"/>
            <a:ext cx="2743200" cy="493776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4" name="Manage phone" descr="Do‘kon paneli ekrani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" y="1536192"/>
            <a:ext cx="2505456" cy="4700016"/>
          </a:xfrm>
          <a:prstGeom prst="rect">
            <a:avLst/>
          </a:prstGeom>
        </p:spPr>
      </p:pic>
      <p:sp>
        <p:nvSpPr>
          <p:cNvPr id="5" name="Manage 1 icon bg"/>
          <p:cNvSpPr/>
          <p:nvPr/>
        </p:nvSpPr>
        <p:spPr>
          <a:xfrm>
            <a:off x="4023360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anag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925" y="1730045"/>
            <a:ext cx="380390" cy="380390"/>
          </a:xfrm>
          <a:prstGeom prst="rect">
            <a:avLst/>
          </a:prstGeom>
        </p:spPr>
      </p:pic>
      <p:sp>
        <p:nvSpPr>
          <p:cNvPr id="7" name="Manage 1 head"/>
          <p:cNvSpPr txBox="1"/>
          <p:nvPr/>
        </p:nvSpPr>
        <p:spPr>
          <a:xfrm>
            <a:off x="5029200" y="153619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Qoldiq</a:t>
            </a:r>
            <a:endParaRPr lang="en-US" sz="2200" dirty="0"/>
          </a:p>
        </p:txBody>
      </p:sp>
      <p:sp>
        <p:nvSpPr>
          <p:cNvPr id="8" name="Manage 1 desc"/>
          <p:cNvSpPr txBox="1"/>
          <p:nvPr/>
        </p:nvSpPr>
        <p:spPr>
          <a:xfrm>
            <a:off x="5029200" y="193852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«−» va «+» bilan qolgan sonni bir bosishda yangilang. Tugagan gulga buyurtma berib bo‘lmaydi.</a:t>
            </a:r>
            <a:endParaRPr lang="en-US" sz="1800" dirty="0"/>
          </a:p>
        </p:txBody>
      </p:sp>
      <p:sp>
        <p:nvSpPr>
          <p:cNvPr id="9" name="Manage 2 icon bg"/>
          <p:cNvSpPr/>
          <p:nvPr/>
        </p:nvSpPr>
        <p:spPr>
          <a:xfrm>
            <a:off x="4023360" y="2743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Manag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925" y="2918765"/>
            <a:ext cx="380390" cy="380390"/>
          </a:xfrm>
          <a:prstGeom prst="rect">
            <a:avLst/>
          </a:prstGeom>
        </p:spPr>
      </p:pic>
      <p:sp>
        <p:nvSpPr>
          <p:cNvPr id="11" name="Manage 2 head"/>
          <p:cNvSpPr txBox="1"/>
          <p:nvPr/>
        </p:nvSpPr>
        <p:spPr>
          <a:xfrm>
            <a:off x="5029200" y="272491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Ko‘rinadi / Yashirin</a:t>
            </a:r>
            <a:endParaRPr lang="en-US" sz="2200" dirty="0"/>
          </a:p>
        </p:txBody>
      </p:sp>
      <p:sp>
        <p:nvSpPr>
          <p:cNvPr id="12" name="Manage 2 desc"/>
          <p:cNvSpPr txBox="1"/>
          <p:nvPr/>
        </p:nvSpPr>
        <p:spPr>
          <a:xfrm>
            <a:off x="5029200" y="312724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 vaqtincha yo‘q bo‘lsa, uni yashirib qo‘ying. Keyin yana yoqasiz.</a:t>
            </a:r>
            <a:endParaRPr lang="en-US" sz="1800" dirty="0"/>
          </a:p>
        </p:txBody>
      </p:sp>
      <p:sp>
        <p:nvSpPr>
          <p:cNvPr id="13" name="Manage 3 icon bg"/>
          <p:cNvSpPr/>
          <p:nvPr/>
        </p:nvSpPr>
        <p:spPr>
          <a:xfrm>
            <a:off x="4023360" y="3931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Manag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925" y="4107485"/>
            <a:ext cx="380390" cy="380390"/>
          </a:xfrm>
          <a:prstGeom prst="rect">
            <a:avLst/>
          </a:prstGeom>
        </p:spPr>
      </p:pic>
      <p:sp>
        <p:nvSpPr>
          <p:cNvPr id="15" name="Manage 3 head"/>
          <p:cNvSpPr txBox="1"/>
          <p:nvPr/>
        </p:nvSpPr>
        <p:spPr>
          <a:xfrm>
            <a:off x="5029200" y="391363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Tahrirlash</a:t>
            </a:r>
            <a:endParaRPr lang="en-US" sz="2200" dirty="0"/>
          </a:p>
        </p:txBody>
      </p:sp>
      <p:sp>
        <p:nvSpPr>
          <p:cNvPr id="16" name="Manage 3 desc"/>
          <p:cNvSpPr txBox="1"/>
          <p:nvPr/>
        </p:nvSpPr>
        <p:spPr>
          <a:xfrm>
            <a:off x="5029200" y="431596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Narx, rasm va nomni istalgan vaqt o‘zgartirasiz.</a:t>
            </a:r>
            <a:endParaRPr lang="en-US" sz="1800" dirty="0"/>
          </a:p>
        </p:txBody>
      </p:sp>
      <p:sp>
        <p:nvSpPr>
          <p:cNvPr id="17" name="Manage 4 icon bg"/>
          <p:cNvSpPr/>
          <p:nvPr/>
        </p:nvSpPr>
        <p:spPr>
          <a:xfrm>
            <a:off x="4023360" y="5120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Manage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8925" y="5296205"/>
            <a:ext cx="380390" cy="380390"/>
          </a:xfrm>
          <a:prstGeom prst="rect">
            <a:avLst/>
          </a:prstGeom>
        </p:spPr>
      </p:pic>
      <p:sp>
        <p:nvSpPr>
          <p:cNvPr id="19" name="Manage 4 head"/>
          <p:cNvSpPr txBox="1"/>
          <p:nvPr/>
        </p:nvSpPr>
        <p:spPr>
          <a:xfrm>
            <a:off x="5029200" y="510235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Do‘kon sozlamalari</a:t>
            </a:r>
            <a:endParaRPr lang="en-US" sz="2200" dirty="0"/>
          </a:p>
        </p:txBody>
      </p:sp>
      <p:sp>
        <p:nvSpPr>
          <p:cNvPr id="20" name="Manage 4 desc"/>
          <p:cNvSpPr txBox="1"/>
          <p:nvPr/>
        </p:nvSpPr>
        <p:spPr>
          <a:xfrm>
            <a:off x="5029200" y="550468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Yetkazish haqi va muddatini o‘zingiz belgilaysiz.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Buyurtma kelganda</a:t>
            </a:r>
            <a:endParaRPr lang="en-US" sz="3600" dirty="0"/>
          </a:p>
        </p:txBody>
      </p:sp>
      <p:sp>
        <p:nvSpPr>
          <p:cNvPr id="3" name="Message card"/>
          <p:cNvSpPr/>
          <p:nvPr/>
        </p:nvSpPr>
        <p:spPr>
          <a:xfrm>
            <a:off x="640080" y="1508760"/>
            <a:ext cx="5760720" cy="3977640"/>
          </a:xfrm>
          <a:prstGeom prst="roundRect">
            <a:avLst>
              <a:gd name="adj" fmla="val 4598"/>
            </a:avLst>
          </a:prstGeom>
          <a:solidFill>
            <a:schemeClr val="bg1"/>
          </a:solidFill>
          <a:ln/>
        </p:spPr>
      </p:sp>
      <p:sp>
        <p:nvSpPr>
          <p:cNvPr id="4" name="Message text"/>
          <p:cNvSpPr txBox="1"/>
          <p:nvPr/>
        </p:nvSpPr>
        <p:spPr>
          <a:xfrm>
            <a:off x="914400" y="1691640"/>
            <a:ext cx="5212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GulBar · #d373549c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 Bulut × 1 — 450 000 so‘m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Yetkazish: 25 000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Jami: 475 000 so‘m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To‘lov yetkazilganda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Buyurtmachi: Dilnoza, +998 90 111 22 33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qiluvchi: Madina opa, +998 90 111 22 44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Manzil: Urganch, Al-Xorazmiy ko‘chasi 12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Vaqt: Bugun 18:00–21:00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Tabrik: Tug‘ilgan kuningiz bilan!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Anonim: Yo‘q</a:t>
            </a:r>
            <a:endParaRPr lang="en-US" sz="1800" dirty="0"/>
          </a:p>
        </p:txBody>
      </p:sp>
      <p:sp>
        <p:nvSpPr>
          <p:cNvPr id="5" name="Accept button"/>
          <p:cNvSpPr/>
          <p:nvPr/>
        </p:nvSpPr>
        <p:spPr>
          <a:xfrm>
            <a:off x="640080" y="5596128"/>
            <a:ext cx="2788920" cy="594360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/>
        </p:spPr>
      </p:sp>
      <p:sp>
        <p:nvSpPr>
          <p:cNvPr id="6" name="Accept label"/>
          <p:cNvSpPr txBox="1"/>
          <p:nvPr/>
        </p:nvSpPr>
        <p:spPr>
          <a:xfrm>
            <a:off x="640080" y="559612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qilish</a:t>
            </a:r>
            <a:endParaRPr lang="en-US" sz="1800" dirty="0"/>
          </a:p>
        </p:txBody>
      </p:sp>
      <p:sp>
        <p:nvSpPr>
          <p:cNvPr id="7" name="Cancel button"/>
          <p:cNvSpPr/>
          <p:nvPr/>
        </p:nvSpPr>
        <p:spPr>
          <a:xfrm>
            <a:off x="3611880" y="5596128"/>
            <a:ext cx="2788920" cy="594360"/>
          </a:xfrm>
          <a:prstGeom prst="roundRect">
            <a:avLst>
              <a:gd name="adj" fmla="val 23077"/>
            </a:avLst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Cancel label"/>
          <p:cNvSpPr txBox="1"/>
          <p:nvPr/>
        </p:nvSpPr>
        <p:spPr>
          <a:xfrm>
            <a:off x="3611880" y="559612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Bekor qilish</a:t>
            </a:r>
            <a:endParaRPr lang="en-US" sz="1800" dirty="0"/>
          </a:p>
        </p:txBody>
      </p:sp>
      <p:sp>
        <p:nvSpPr>
          <p:cNvPr id="9" name="Msg 1 icon bg"/>
          <p:cNvSpPr/>
          <p:nvPr/>
        </p:nvSpPr>
        <p:spPr>
          <a:xfrm>
            <a:off x="7132320" y="15544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Msg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1719072"/>
            <a:ext cx="356616" cy="356616"/>
          </a:xfrm>
          <a:prstGeom prst="rect">
            <a:avLst/>
          </a:prstGeom>
        </p:spPr>
      </p:pic>
      <p:sp>
        <p:nvSpPr>
          <p:cNvPr id="11" name="Msg 1 head"/>
          <p:cNvSpPr txBox="1"/>
          <p:nvPr/>
        </p:nvSpPr>
        <p:spPr>
          <a:xfrm>
            <a:off x="8092440" y="15361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va qancha</a:t>
            </a:r>
            <a:endParaRPr lang="en-US" sz="2000" dirty="0"/>
          </a:p>
        </p:txBody>
      </p:sp>
      <p:sp>
        <p:nvSpPr>
          <p:cNvPr id="12" name="Msg 1 desc"/>
          <p:cNvSpPr txBox="1"/>
          <p:nvPr/>
        </p:nvSpPr>
        <p:spPr>
          <a:xfrm>
            <a:off x="8092440" y="193852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Gullar, yetkazish haqi va jami summa.</a:t>
            </a:r>
            <a:endParaRPr lang="en-US" sz="1600" dirty="0"/>
          </a:p>
        </p:txBody>
      </p:sp>
      <p:sp>
        <p:nvSpPr>
          <p:cNvPr id="13" name="Msg 2 icon bg"/>
          <p:cNvSpPr/>
          <p:nvPr/>
        </p:nvSpPr>
        <p:spPr>
          <a:xfrm>
            <a:off x="7132320" y="26517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Msg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2" y="2816352"/>
            <a:ext cx="356616" cy="356616"/>
          </a:xfrm>
          <a:prstGeom prst="rect">
            <a:avLst/>
          </a:prstGeom>
        </p:spPr>
      </p:pic>
      <p:sp>
        <p:nvSpPr>
          <p:cNvPr id="15" name="Msg 2 head"/>
          <p:cNvSpPr txBox="1"/>
          <p:nvPr/>
        </p:nvSpPr>
        <p:spPr>
          <a:xfrm>
            <a:off x="8092440" y="26334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Qayerga va qachon</a:t>
            </a:r>
            <a:endParaRPr lang="en-US" sz="2000" dirty="0"/>
          </a:p>
        </p:txBody>
      </p:sp>
      <p:sp>
        <p:nvSpPr>
          <p:cNvPr id="16" name="Msg 2 desc"/>
          <p:cNvSpPr txBox="1"/>
          <p:nvPr/>
        </p:nvSpPr>
        <p:spPr>
          <a:xfrm>
            <a:off x="8092440" y="30358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Manzil, qabul qiluvchi telefoni va vaqt.</a:t>
            </a:r>
            <a:endParaRPr lang="en-US" sz="1600" dirty="0"/>
          </a:p>
        </p:txBody>
      </p:sp>
      <p:sp>
        <p:nvSpPr>
          <p:cNvPr id="17" name="Msg 3 icon bg"/>
          <p:cNvSpPr/>
          <p:nvPr/>
        </p:nvSpPr>
        <p:spPr>
          <a:xfrm>
            <a:off x="7132320" y="37490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Msg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3913632"/>
            <a:ext cx="356616" cy="356616"/>
          </a:xfrm>
          <a:prstGeom prst="rect">
            <a:avLst/>
          </a:prstGeom>
        </p:spPr>
      </p:pic>
      <p:sp>
        <p:nvSpPr>
          <p:cNvPr id="19" name="Msg 3 head"/>
          <p:cNvSpPr txBox="1"/>
          <p:nvPr/>
        </p:nvSpPr>
        <p:spPr>
          <a:xfrm>
            <a:off x="8092440" y="37307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Tabrik matni</a:t>
            </a:r>
            <a:endParaRPr lang="en-US" sz="2000" dirty="0"/>
          </a:p>
        </p:txBody>
      </p:sp>
      <p:sp>
        <p:nvSpPr>
          <p:cNvPr id="20" name="Msg 3 desc"/>
          <p:cNvSpPr txBox="1"/>
          <p:nvPr/>
        </p:nvSpPr>
        <p:spPr>
          <a:xfrm>
            <a:off x="8092440" y="41330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yozgan tilakni gul bilan birga yetkazing.</a:t>
            </a:r>
            <a:endParaRPr lang="en-US" sz="1600" dirty="0"/>
          </a:p>
        </p:txBody>
      </p:sp>
      <p:sp>
        <p:nvSpPr>
          <p:cNvPr id="21" name="Msg 4 icon bg"/>
          <p:cNvSpPr/>
          <p:nvPr/>
        </p:nvSpPr>
        <p:spPr>
          <a:xfrm>
            <a:off x="7132320" y="48463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Msg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5010912"/>
            <a:ext cx="356616" cy="356616"/>
          </a:xfrm>
          <a:prstGeom prst="rect">
            <a:avLst/>
          </a:prstGeom>
        </p:spPr>
      </p:pic>
      <p:sp>
        <p:nvSpPr>
          <p:cNvPr id="23" name="Msg 4 head"/>
          <p:cNvSpPr txBox="1"/>
          <p:nvPr/>
        </p:nvSpPr>
        <p:spPr>
          <a:xfrm>
            <a:off x="8092440" y="48280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 sovg‘a</a:t>
            </a:r>
            <a:endParaRPr lang="en-US" sz="2000" dirty="0"/>
          </a:p>
        </p:txBody>
      </p:sp>
      <p:sp>
        <p:nvSpPr>
          <p:cNvPr id="24" name="Msg 4 desc"/>
          <p:cNvSpPr txBox="1"/>
          <p:nvPr/>
        </p:nvSpPr>
        <p:spPr>
          <a:xfrm>
            <a:off x="8092440" y="52303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«Anonim: Ha» bo‘lsa, yuboruvchi ismini aytmang.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Buyurtma holatlari</a:t>
            </a:r>
            <a:endParaRPr lang="en-US" sz="3600" dirty="0"/>
          </a:p>
        </p:txBody>
      </p:sp>
      <p:sp>
        <p:nvSpPr>
          <p:cNvPr id="3" name="Status 1 pill"/>
          <p:cNvSpPr/>
          <p:nvPr/>
        </p:nvSpPr>
        <p:spPr>
          <a:xfrm>
            <a:off x="640080" y="1600200"/>
            <a:ext cx="228600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Status 1 label"/>
          <p:cNvSpPr txBox="1"/>
          <p:nvPr/>
        </p:nvSpPr>
        <p:spPr>
          <a:xfrm>
            <a:off x="64008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Kutilmoqda</a:t>
            </a:r>
            <a:endParaRPr lang="en-US" sz="1800" dirty="0"/>
          </a:p>
        </p:txBody>
      </p:sp>
      <p:sp>
        <p:nvSpPr>
          <p:cNvPr id="5" name="Status 1 desc"/>
          <p:cNvSpPr txBox="1"/>
          <p:nvPr/>
        </p:nvSpPr>
        <p:spPr>
          <a:xfrm>
            <a:off x="3200400" y="1600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 tushdi, javobingizni kutyapti</a:t>
            </a:r>
            <a:endParaRPr lang="en-US" sz="1700" dirty="0"/>
          </a:p>
        </p:txBody>
      </p:sp>
      <p:sp>
        <p:nvSpPr>
          <p:cNvPr id="6" name="Status 2 pill"/>
          <p:cNvSpPr/>
          <p:nvPr/>
        </p:nvSpPr>
        <p:spPr>
          <a:xfrm>
            <a:off x="640080" y="2423160"/>
            <a:ext cx="228600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Status 2 label"/>
          <p:cNvSpPr txBox="1"/>
          <p:nvPr/>
        </p:nvSpPr>
        <p:spPr>
          <a:xfrm>
            <a:off x="64008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qilindi</a:t>
            </a:r>
            <a:endParaRPr lang="en-US" sz="1800" dirty="0"/>
          </a:p>
        </p:txBody>
      </p:sp>
      <p:sp>
        <p:nvSpPr>
          <p:cNvPr id="8" name="Status 2 desc"/>
          <p:cNvSpPr txBox="1"/>
          <p:nvPr/>
        </p:nvSpPr>
        <p:spPr>
          <a:xfrm>
            <a:off x="320040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«Qabul qilish» ni bosdingiz</a:t>
            </a:r>
            <a:endParaRPr lang="en-US" sz="1700" dirty="0"/>
          </a:p>
        </p:txBody>
      </p:sp>
      <p:sp>
        <p:nvSpPr>
          <p:cNvPr id="9" name="Status 3 pill"/>
          <p:cNvSpPr/>
          <p:nvPr/>
        </p:nvSpPr>
        <p:spPr>
          <a:xfrm>
            <a:off x="640080" y="3246120"/>
            <a:ext cx="228600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Status 3 label"/>
          <p:cNvSpPr txBox="1"/>
          <p:nvPr/>
        </p:nvSpPr>
        <p:spPr>
          <a:xfrm>
            <a:off x="64008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Yo‘lda</a:t>
            </a:r>
            <a:endParaRPr lang="en-US" sz="1800" dirty="0"/>
          </a:p>
        </p:txBody>
      </p:sp>
      <p:sp>
        <p:nvSpPr>
          <p:cNvPr id="11" name="Status 3 desc"/>
          <p:cNvSpPr txBox="1"/>
          <p:nvPr/>
        </p:nvSpPr>
        <p:spPr>
          <a:xfrm>
            <a:off x="3200400" y="3246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 yetkazishga chiqdi</a:t>
            </a:r>
            <a:endParaRPr lang="en-US" sz="1700" dirty="0"/>
          </a:p>
        </p:txBody>
      </p:sp>
      <p:sp>
        <p:nvSpPr>
          <p:cNvPr id="12" name="Status 4 pill"/>
          <p:cNvSpPr/>
          <p:nvPr/>
        </p:nvSpPr>
        <p:spPr>
          <a:xfrm>
            <a:off x="640080" y="4069080"/>
            <a:ext cx="2286000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3" name="Status 4 label"/>
          <p:cNvSpPr txBox="1"/>
          <p:nvPr/>
        </p:nvSpPr>
        <p:spPr>
          <a:xfrm>
            <a:off x="64008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Yetkazildi</a:t>
            </a:r>
            <a:endParaRPr lang="en-US" sz="1800" dirty="0"/>
          </a:p>
        </p:txBody>
      </p:sp>
      <p:sp>
        <p:nvSpPr>
          <p:cNvPr id="14" name="Status 4 desc"/>
          <p:cNvSpPr txBox="1"/>
          <p:nvPr/>
        </p:nvSpPr>
        <p:spPr>
          <a:xfrm>
            <a:off x="3200400" y="4069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gulni oldi, to‘lov olindi</a:t>
            </a:r>
            <a:endParaRPr lang="en-US" sz="1700" dirty="0"/>
          </a:p>
        </p:txBody>
      </p:sp>
      <p:sp>
        <p:nvSpPr>
          <p:cNvPr id="15" name="Rule 1 bg"/>
          <p:cNvSpPr/>
          <p:nvPr/>
        </p:nvSpPr>
        <p:spPr>
          <a:xfrm>
            <a:off x="640080" y="5029200"/>
            <a:ext cx="3520440" cy="12801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6" name="Rule 1"/>
          <p:cNvSpPr txBox="1"/>
          <p:nvPr/>
        </p:nvSpPr>
        <p:spPr>
          <a:xfrm>
            <a:off x="841248" y="51206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Bekor qilsangiz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Gullar qoldiqqa qaytadi. Mijozga o‘zingiz qo‘ng‘iroq qilib sababini ayting.</a:t>
            </a:r>
            <a:endParaRPr lang="en-US" sz="1600" dirty="0"/>
          </a:p>
        </p:txBody>
      </p:sp>
      <p:sp>
        <p:nvSpPr>
          <p:cNvPr id="17" name="Rule 2 bg"/>
          <p:cNvSpPr/>
          <p:nvPr/>
        </p:nvSpPr>
        <p:spPr>
          <a:xfrm>
            <a:off x="4343400" y="5029200"/>
            <a:ext cx="3520440" cy="12801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8" name="Rule 2"/>
          <p:cNvSpPr txBox="1"/>
          <p:nvPr/>
        </p:nvSpPr>
        <p:spPr>
          <a:xfrm>
            <a:off x="4544568" y="51206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javob bering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qilinmaguncha buyurtmadagi gullar band bo‘lib turadi.</a:t>
            </a:r>
            <a:endParaRPr lang="en-US" sz="1600" dirty="0"/>
          </a:p>
        </p:txBody>
      </p:sp>
      <p:sp>
        <p:nvSpPr>
          <p:cNvPr id="19" name="Orders phone frame"/>
          <p:cNvSpPr/>
          <p:nvPr/>
        </p:nvSpPr>
        <p:spPr>
          <a:xfrm>
            <a:off x="8732520" y="1417320"/>
            <a:ext cx="2743200" cy="493776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Orders phone" descr="Do‘kon paneli ekrani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51392" y="1536192"/>
            <a:ext cx="2505456" cy="47000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Ko‘proq sotish uchun 5 maslahat</a:t>
            </a:r>
            <a:endParaRPr lang="en-US" sz="3600" dirty="0"/>
          </a:p>
        </p:txBody>
      </p:sp>
      <p:sp>
        <p:nvSpPr>
          <p:cNvPr id="3" name="Tip 1 icon bg"/>
          <p:cNvSpPr/>
          <p:nvPr/>
        </p:nvSpPr>
        <p:spPr>
          <a:xfrm>
            <a:off x="64008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Ti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356616" cy="356616"/>
          </a:xfrm>
          <a:prstGeom prst="rect">
            <a:avLst/>
          </a:prstGeom>
        </p:spPr>
      </p:pic>
      <p:sp>
        <p:nvSpPr>
          <p:cNvPr id="5" name="Tip 1 head"/>
          <p:cNvSpPr txBox="1"/>
          <p:nvPr/>
        </p:nvSpPr>
        <p:spPr>
          <a:xfrm>
            <a:off x="1600200" y="1444752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Yorug‘da suratga oling</a:t>
            </a:r>
            <a:endParaRPr lang="en-US" sz="2000" dirty="0"/>
          </a:p>
        </p:txBody>
      </p:sp>
      <p:sp>
        <p:nvSpPr>
          <p:cNvPr id="6" name="Tip 1 desc"/>
          <p:cNvSpPr txBox="1"/>
          <p:nvPr/>
        </p:nvSpPr>
        <p:spPr>
          <a:xfrm>
            <a:off x="1600200" y="1847088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Kunduzgi yorug‘likda, gulga yaqin va tik turib oling.</a:t>
            </a:r>
            <a:endParaRPr lang="en-US" sz="1700" dirty="0"/>
          </a:p>
        </p:txBody>
      </p:sp>
      <p:sp>
        <p:nvSpPr>
          <p:cNvPr id="7" name="Tip 2 icon bg"/>
          <p:cNvSpPr/>
          <p:nvPr/>
        </p:nvSpPr>
        <p:spPr>
          <a:xfrm>
            <a:off x="64008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Ti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87752"/>
            <a:ext cx="356616" cy="356616"/>
          </a:xfrm>
          <a:prstGeom prst="rect">
            <a:avLst/>
          </a:prstGeom>
        </p:spPr>
      </p:pic>
      <p:sp>
        <p:nvSpPr>
          <p:cNvPr id="9" name="Tip 2 head"/>
          <p:cNvSpPr txBox="1"/>
          <p:nvPr/>
        </p:nvSpPr>
        <p:spPr>
          <a:xfrm>
            <a:off x="1600200" y="2404872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Narxni aniq yozing</a:t>
            </a:r>
            <a:endParaRPr lang="en-US" sz="2000" dirty="0"/>
          </a:p>
        </p:txBody>
      </p:sp>
      <p:sp>
        <p:nvSpPr>
          <p:cNvPr id="10" name="Tip 2 desc"/>
          <p:cNvSpPr txBox="1"/>
          <p:nvPr/>
        </p:nvSpPr>
        <p:spPr>
          <a:xfrm>
            <a:off x="1600200" y="2807208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narxni ko‘rib qaror qiladi.</a:t>
            </a:r>
            <a:endParaRPr lang="en-US" sz="1700" dirty="0"/>
          </a:p>
        </p:txBody>
      </p:sp>
      <p:sp>
        <p:nvSpPr>
          <p:cNvPr id="11" name="Tip 3 icon bg"/>
          <p:cNvSpPr/>
          <p:nvPr/>
        </p:nvSpPr>
        <p:spPr>
          <a:xfrm>
            <a:off x="640080" y="3383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Ti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547872"/>
            <a:ext cx="356616" cy="356616"/>
          </a:xfrm>
          <a:prstGeom prst="rect">
            <a:avLst/>
          </a:prstGeom>
        </p:spPr>
      </p:pic>
      <p:sp>
        <p:nvSpPr>
          <p:cNvPr id="13" name="Tip 3 head"/>
          <p:cNvSpPr txBox="1"/>
          <p:nvPr/>
        </p:nvSpPr>
        <p:spPr>
          <a:xfrm>
            <a:off x="1600200" y="3364992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Qoldiqni yangilab turing</a:t>
            </a:r>
            <a:endParaRPr lang="en-US" sz="2000" dirty="0"/>
          </a:p>
        </p:txBody>
      </p:sp>
      <p:sp>
        <p:nvSpPr>
          <p:cNvPr id="14" name="Tip 3 desc"/>
          <p:cNvSpPr txBox="1"/>
          <p:nvPr/>
        </p:nvSpPr>
        <p:spPr>
          <a:xfrm>
            <a:off x="1600200" y="3767328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Tugagan gulni yashiring yoki qoldig‘ini 0 qiling.</a:t>
            </a:r>
            <a:endParaRPr lang="en-US" sz="1700" dirty="0"/>
          </a:p>
        </p:txBody>
      </p:sp>
      <p:sp>
        <p:nvSpPr>
          <p:cNvPr id="15" name="Tip 4 icon bg"/>
          <p:cNvSpPr/>
          <p:nvPr/>
        </p:nvSpPr>
        <p:spPr>
          <a:xfrm>
            <a:off x="640080" y="4343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Ti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507992"/>
            <a:ext cx="356616" cy="356616"/>
          </a:xfrm>
          <a:prstGeom prst="rect">
            <a:avLst/>
          </a:prstGeom>
        </p:spPr>
      </p:pic>
      <p:sp>
        <p:nvSpPr>
          <p:cNvPr id="17" name="Tip 4 head"/>
          <p:cNvSpPr txBox="1"/>
          <p:nvPr/>
        </p:nvSpPr>
        <p:spPr>
          <a:xfrm>
            <a:off x="1600200" y="4325112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«Kimga mos?» ni belgilang</a:t>
            </a:r>
            <a:endParaRPr lang="en-US" sz="2000" dirty="0"/>
          </a:p>
        </p:txBody>
      </p:sp>
      <p:sp>
        <p:nvSpPr>
          <p:cNvPr id="18" name="Tip 4 desc"/>
          <p:cNvSpPr txBox="1"/>
          <p:nvPr/>
        </p:nvSpPr>
        <p:spPr>
          <a:xfrm>
            <a:off x="1600200" y="4727448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«Onamga», «Rafiqamga» deb qidiradi.</a:t>
            </a:r>
            <a:endParaRPr lang="en-US" sz="1700" dirty="0"/>
          </a:p>
        </p:txBody>
      </p:sp>
      <p:sp>
        <p:nvSpPr>
          <p:cNvPr id="19" name="Tip 5 icon bg"/>
          <p:cNvSpPr/>
          <p:nvPr/>
        </p:nvSpPr>
        <p:spPr>
          <a:xfrm>
            <a:off x="640080" y="5303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Ti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468112"/>
            <a:ext cx="356616" cy="356616"/>
          </a:xfrm>
          <a:prstGeom prst="rect">
            <a:avLst/>
          </a:prstGeom>
        </p:spPr>
      </p:pic>
      <p:sp>
        <p:nvSpPr>
          <p:cNvPr id="21" name="Tip 5 head"/>
          <p:cNvSpPr txBox="1"/>
          <p:nvPr/>
        </p:nvSpPr>
        <p:spPr>
          <a:xfrm>
            <a:off x="1600200" y="5285232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Buyurtmaga tez javob bering</a:t>
            </a:r>
            <a:endParaRPr lang="en-US" sz="2000" dirty="0"/>
          </a:p>
        </p:txBody>
      </p:sp>
      <p:sp>
        <p:nvSpPr>
          <p:cNvPr id="22" name="Tip 5 desc"/>
          <p:cNvSpPr txBox="1"/>
          <p:nvPr/>
        </p:nvSpPr>
        <p:spPr>
          <a:xfrm>
            <a:off x="1600200" y="5687568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javobni kutayapti.</a:t>
            </a:r>
            <a:endParaRPr lang="en-US" sz="1700" dirty="0"/>
          </a:p>
        </p:txBody>
      </p:sp>
      <p:sp>
        <p:nvSpPr>
          <p:cNvPr id="23" name="Tip photo large ring"/>
          <p:cNvSpPr/>
          <p:nvPr/>
        </p:nvSpPr>
        <p:spPr>
          <a:xfrm>
            <a:off x="8147304" y="1472184"/>
            <a:ext cx="3364992" cy="336499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4" name="Tip photo large" descr="Guldasta surat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554480"/>
            <a:ext cx="3200400" cy="3200400"/>
          </a:xfrm>
          <a:prstGeom prst="ellipse">
            <a:avLst/>
          </a:prstGeom>
        </p:spPr>
      </p:pic>
      <p:sp>
        <p:nvSpPr>
          <p:cNvPr id="25" name="Tip photo small ring"/>
          <p:cNvSpPr/>
          <p:nvPr/>
        </p:nvSpPr>
        <p:spPr>
          <a:xfrm>
            <a:off x="9427464" y="4352544"/>
            <a:ext cx="2084832" cy="208483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6" name="Tip photo small" descr="Guldasta surat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4434840"/>
            <a:ext cx="1920240" cy="1920240"/>
          </a:xfrm>
          <a:prstGeom prst="ellipse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Bugun 4 ta qadam</a:t>
            </a:r>
            <a:endParaRPr lang="en-US" sz="3600" dirty="0"/>
          </a:p>
        </p:txBody>
      </p:sp>
      <p:sp>
        <p:nvSpPr>
          <p:cNvPr id="3" name="Todo 1 circle"/>
          <p:cNvSpPr/>
          <p:nvPr/>
        </p:nvSpPr>
        <p:spPr>
          <a:xfrm>
            <a:off x="64008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odo 1 number"/>
          <p:cNvSpPr txBox="1"/>
          <p:nvPr/>
        </p:nvSpPr>
        <p:spPr>
          <a:xfrm>
            <a:off x="64008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odo 1 text"/>
          <p:cNvSpPr txBox="1"/>
          <p:nvPr/>
        </p:nvSpPr>
        <p:spPr>
          <a:xfrm>
            <a:off x="1645920" y="16002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ID ni administratorga bering</a:t>
            </a:r>
            <a:endParaRPr lang="en-US" sz="2300" dirty="0"/>
          </a:p>
        </p:txBody>
      </p:sp>
      <p:sp>
        <p:nvSpPr>
          <p:cNvPr id="6" name="Todo 2 circle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odo 2 number"/>
          <p:cNvSpPr txBox="1"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odo 2 text"/>
          <p:cNvSpPr txBox="1"/>
          <p:nvPr/>
        </p:nvSpPr>
        <p:spPr>
          <a:xfrm>
            <a:off x="1645920" y="27432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Panelga kiring va parolni almashtiring</a:t>
            </a:r>
            <a:endParaRPr lang="en-US" sz="2300" dirty="0"/>
          </a:p>
        </p:txBody>
      </p:sp>
      <p:sp>
        <p:nvSpPr>
          <p:cNvPr id="9" name="Todo 3 circle"/>
          <p:cNvSpPr/>
          <p:nvPr/>
        </p:nvSpPr>
        <p:spPr>
          <a:xfrm>
            <a:off x="640080" y="3886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odo 3 number"/>
          <p:cNvSpPr txBox="1"/>
          <p:nvPr/>
        </p:nvSpPr>
        <p:spPr>
          <a:xfrm>
            <a:off x="64008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odo 3 text"/>
          <p:cNvSpPr txBox="1"/>
          <p:nvPr/>
        </p:nvSpPr>
        <p:spPr>
          <a:xfrm>
            <a:off x="1645920" y="38862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ta guldastani rasm va narx bilan qo‘shing</a:t>
            </a:r>
            <a:endParaRPr lang="en-US" sz="2300" dirty="0"/>
          </a:p>
        </p:txBody>
      </p:sp>
      <p:sp>
        <p:nvSpPr>
          <p:cNvPr id="12" name="Todo 4 circle"/>
          <p:cNvSpPr/>
          <p:nvPr/>
        </p:nvSpPr>
        <p:spPr>
          <a:xfrm>
            <a:off x="640080" y="5029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odo 4 number"/>
          <p:cNvSpPr txBox="1"/>
          <p:nvPr/>
        </p:nvSpPr>
        <p:spPr>
          <a:xfrm>
            <a:off x="64008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odo 4 text"/>
          <p:cNvSpPr txBox="1"/>
          <p:nvPr/>
        </p:nvSpPr>
        <p:spPr>
          <a:xfrm>
            <a:off x="1645920" y="50292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Do‘konni oching — buyurtma kuting</a:t>
            </a:r>
            <a:endParaRPr lang="en-US" sz="2300" dirty="0"/>
          </a:p>
        </p:txBody>
      </p:sp>
      <p:sp>
        <p:nvSpPr>
          <p:cNvPr id="15" name="Closing photo ring"/>
          <p:cNvSpPr/>
          <p:nvPr/>
        </p:nvSpPr>
        <p:spPr>
          <a:xfrm>
            <a:off x="8147304" y="1289304"/>
            <a:ext cx="3182112" cy="318211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Closing photo" descr="Guldasta sura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0"/>
            <a:ext cx="3017520" cy="3017520"/>
          </a:xfrm>
          <a:prstGeom prst="ellipse">
            <a:avLst/>
          </a:prstGeom>
        </p:spPr>
      </p:pic>
      <p:sp>
        <p:nvSpPr>
          <p:cNvPr id="17" name="Closing photo 2 ring"/>
          <p:cNvSpPr/>
          <p:nvPr/>
        </p:nvSpPr>
        <p:spPr>
          <a:xfrm>
            <a:off x="7644384" y="4078224"/>
            <a:ext cx="1901952" cy="190195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Closing photo 2" descr="Guldasta surat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4160520"/>
            <a:ext cx="1737360" cy="1737360"/>
          </a:xfrm>
          <a:prstGeom prst="ellipse">
            <a:avLst/>
          </a:prstGeom>
        </p:spPr>
      </p:pic>
      <p:sp>
        <p:nvSpPr>
          <p:cNvPr id="19" name="Closing help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Savollar bo‘lsa, GulBar administratoriga murojaat qiling.</a:t>
            </a:r>
            <a:endParaRPr lang="en-US" sz="1600" dirty="0"/>
          </a:p>
        </p:txBody>
      </p:sp>
      <p:sp>
        <p:nvSpPr>
          <p:cNvPr id="20" name="Closing bot"/>
          <p:cNvSpPr txBox="1"/>
          <p:nvPr/>
        </p:nvSpPr>
        <p:spPr>
          <a:xfrm>
            <a:off x="9692640" y="4846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@GulBarr_bot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87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lBar">
  <a:themeElements>
    <a:clrScheme name="GulBar">
      <a:dk1>
        <a:srgbClr val="171614"/>
      </a:dk1>
      <a:lt1>
        <a:srgbClr val="FFFFFF"/>
      </a:lt1>
      <a:dk2>
        <a:srgbClr val="5C5650"/>
      </a:dk2>
      <a:lt2>
        <a:srgbClr val="F3F1EE"/>
      </a:lt2>
      <a:accent1>
        <a:srgbClr val="D9B987"/>
      </a:accent1>
      <a:accent2>
        <a:srgbClr val="A9824A"/>
      </a:accent2>
      <a:accent3>
        <a:srgbClr val="2E7D3A"/>
      </a:accent3>
      <a:accent4>
        <a:srgbClr val="B3382C"/>
      </a:accent4>
      <a:accent5>
        <a:srgbClr val="8B8782"/>
      </a:accent5>
      <a:accent6>
        <a:srgbClr val="0A747D"/>
      </a:accent6>
      <a:hlink>
        <a:srgbClr val="0A747D"/>
      </a:hlink>
      <a:folHlink>
        <a:srgbClr val="5C5650"/>
      </a:folHlink>
    </a:clrScheme>
    <a:fontScheme name="GulB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GulBar — do‘kon egalari uchun qo‘llanma</dc:title>
  <dc:subject>PptxGenJS Presentation</dc:subject>
  <dc:creator>GulBar</dc:creator>
  <cp:lastModifiedBy>GulBar</cp:lastModifiedBy>
  <cp:revision>1</cp:revision>
  <dcterms:created xsi:type="dcterms:W3CDTF">2026-10-07T10:18:04Z</dcterms:created>
  <dcterms:modified xsi:type="dcterms:W3CDTF">2026-10-07T10:18:04Z</dcterms:modified>
</cp:coreProperties>
</file>